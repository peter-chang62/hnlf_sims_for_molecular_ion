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"/>
  </p:notesMasterIdLst>
  <p:sldIdLst>
    <p:sldId id="258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E6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57"/>
    <p:restoredTop sz="94638"/>
  </p:normalViewPr>
  <p:slideViewPr>
    <p:cSldViewPr snapToGrid="0">
      <p:cViewPr varScale="1">
        <p:scale>
          <a:sx n="111" d="100"/>
          <a:sy n="111" d="100"/>
        </p:scale>
        <p:origin x="24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CEF498-14C0-C547-941F-E2E2D8B7C9BA}" type="datetimeFigureOut">
              <a:rPr lang="en-US" smtClean="0"/>
              <a:t>1/10/26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0F6BD2-8829-D94F-A755-D1294B0209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12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8F7BF-4C6B-7A61-F7EE-68157A855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A8A9A2-B94F-2F2E-A87B-92D74ABDFE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FE18A-D1D5-9B64-1020-93D5468F4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F8F35-4AEE-314D-91AA-EE5813D63096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03D086-C7D4-3F53-7E23-2780627EA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4D5EE-BBA0-9083-5057-BFCC79798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97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C6000-9634-2221-F8C2-8800A90C9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48D1A-3054-CABB-3500-4624528C5C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129D4-5026-814E-967E-C9B9C67E0D94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43B1E-78F1-529F-19EC-C079DEFEF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6AA122-E647-7FF7-3EE1-534E41A52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CA3E415-4A25-886A-4217-A18046401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80467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A6208-1C96-FB93-79A2-2204E902E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78062B-DBC7-130B-BE68-8A1833B1D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5E8E30-3C24-C8A9-A92C-0F89284AA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70E29-259C-1C4E-947F-7A0331157271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C35A23-D878-E3DC-F28B-C137FAF0A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2F40AA-F2D3-4620-3A0C-8087AC9EB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89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62B6E-5E26-DE08-C59C-A2C6967C4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27F614-2A48-794E-C18E-74E8440C12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4800" y="855806"/>
            <a:ext cx="5715000" cy="51986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40A6B0-47FB-16D0-AC1F-F20E7DE6B5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855806"/>
            <a:ext cx="5715000" cy="51986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0B2F1-30F7-B57B-D69E-DAA6CEAE5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EB7AC-A1E9-4C47-8067-EC59642A799B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BD8BA4-BAEB-E867-4EA7-A1438FFC9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1394CF-803D-8EE0-A504-8E5C48225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7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A9421E-4EFE-7F58-4D8D-C423BAFE4A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3964" y="809843"/>
            <a:ext cx="5802023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E6CFC-4A11-11FB-D4DD-58E90ACA53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93964" y="1633755"/>
            <a:ext cx="5802023" cy="4414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7B3E31-16DD-E1B9-7EC7-AC425CF7D4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1" y="809843"/>
            <a:ext cx="5802023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49A791-4428-4CD6-918B-ADF6E4DFBF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611" y="1633755"/>
            <a:ext cx="5802023" cy="4414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C87232-82B1-AD6D-F69C-047C77C1F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DF84B-4212-E346-9396-C5B80E8A50D4}" type="datetime1">
              <a:rPr lang="en-US" smtClean="0"/>
              <a:t>1/10/26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916368D-4C6B-B796-4589-ACC99857B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1EB244-7E26-9BF2-B5E3-BA828ACB5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C8E638B-C3F4-D2C6-9677-BD6140A76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22561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3856D-DE6B-AC2F-F64A-3DD885B79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38961C-A81C-C283-28D9-884F44392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0773F-B14F-4641-87F7-0654E325BD87}" type="datetime1">
              <a:rPr lang="en-US" smtClean="0"/>
              <a:t>1/10/26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3449F2-0D5E-8E43-6008-972B4F7FD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D080CB-8568-00D7-2105-519C3397F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6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E2F8ED-1778-09C5-F61B-D461163AD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56060-C7A3-9144-A3B8-F25484DEF90F}" type="datetime1">
              <a:rPr lang="en-US" smtClean="0"/>
              <a:t>1/10/26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ED9470-4BF0-3FB7-D13D-A15F0BA192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BF263-082E-A686-5A90-B60A3B97C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213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07156-67B4-D09D-0A76-4844B632E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B3E1F-AA3F-FB9F-C5EC-DBF8725F4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2908A5-586B-3DFA-C163-5AACF0C6AC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464883-C0A8-5D29-10C5-86ED0985E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97ABCD-2825-F44B-8EBB-7CF8B6DDA940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929D2B-0901-4FBA-5539-88A8CB17B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9DE775-1418-8CAB-CC4E-9BC9EB450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AF161-C53D-4751-FF1E-44492D2C3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F4CC20-BE1A-B57A-D6BD-00C195C3A9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9C4D27-C906-FE5D-17F1-F7B9CF970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1FBB2F-3C8E-6C7B-643B-BA5DC8ADA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301126-EDA7-5341-9C4C-933E7FDD0D8F}" type="datetime1">
              <a:rPr lang="en-US" smtClean="0"/>
              <a:t>1/10/26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7A641B-B6A5-188D-869B-6131016BA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6E0CD-0A3B-48BB-C122-94AB4415B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973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DC34F-5A70-153F-DB67-EF8B68A0C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6AC297-2650-4F88-E99B-89A2A9D18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ECDF7-BD47-2179-9F7C-F1F457726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641755-6080-C249-B5C7-136E08BE1798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235BA-07A7-4040-6B67-B08F7349E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288155-1130-2A9C-F6FA-36557EB77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75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1AA178-E9FE-7044-3A97-244DEEAF73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577AE9-B7B6-B1C6-FE13-048150758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32644-F203-57E5-C21F-2CEEC2B5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C2AC3-6325-A744-8902-8E09660D67E5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96D0C-04D0-F2A9-FF35-A2993D790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9AEF6-0EE3-3BB4-60D2-16A0CF6CC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921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0F9BAA-1A2D-20DB-7A8F-02AF6FF5B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75" y="69276"/>
            <a:ext cx="7481452" cy="512618"/>
          </a:xfrm>
          <a:prstGeom prst="rect">
            <a:avLst/>
          </a:prstGeom>
          <a:solidFill>
            <a:srgbClr val="DCE6F4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0E94FC-FEDC-919D-BF99-207E28B93E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275" y="762000"/>
            <a:ext cx="11970325" cy="5414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470C4-89C2-5AC0-64E8-5A04373C4D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D4BC522-264B-5C47-AA86-81499EB26865}" type="datetime1">
              <a:rPr lang="en-US" smtClean="0"/>
              <a:t>1/10/26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CDADE-1B62-E1C1-2928-F76F087FBB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1511A5-9F7B-BB11-8342-2C5CDEE07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DE9CE7C4-0273-A34B-81C0-9C63783A6C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1666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F8B14AD-9A07-6257-8F30-CD8AA8292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43836F2-0D9B-B55B-BD75-C0D659DFE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1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58B9C7-A7FB-F69C-AD7F-7E07480B2E3C}"/>
                  </a:ext>
                </a:extLst>
              </p:cNvPr>
              <p:cNvSpPr txBox="1"/>
              <p:nvPr/>
            </p:nvSpPr>
            <p:spPr>
              <a:xfrm>
                <a:off x="7535119" y="1192192"/>
                <a:ext cx="34935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5.5 cm PM-1550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2cm AD-HNLF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58B9C7-A7FB-F69C-AD7F-7E07480B2E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119" y="1192192"/>
                <a:ext cx="3493520" cy="369332"/>
              </a:xfrm>
              <a:prstGeom prst="rect">
                <a:avLst/>
              </a:prstGeom>
              <a:blipFill>
                <a:blip r:embed="rId2"/>
                <a:stretch>
                  <a:fillRect l="-1449" t="-10345" r="-362" b="-275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49B7C5C-067F-70D9-7841-5BAC095FAE51}"/>
              </a:ext>
            </a:extLst>
          </p:cNvPr>
          <p:cNvSpPr txBox="1"/>
          <p:nvPr/>
        </p:nvSpPr>
        <p:spPr>
          <a:xfrm>
            <a:off x="7534155" y="1643604"/>
            <a:ext cx="38196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1.04W coupled into PM-1550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1dB splicing loss to AD-HNLF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144833-6374-1160-02E5-81518864AB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38" y="1192192"/>
            <a:ext cx="6916069" cy="4220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534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E09371-B78E-88C6-6BD1-5BC7ED3F0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CE7C4-0273-A34B-81C0-9C63783A6CA2}" type="slidenum">
              <a:rPr lang="en-US" smtClean="0"/>
              <a:t>2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3DB94F-015D-8A5E-49B0-B83C6EF71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Phase Retrieval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EE42-DFB9-7C5C-417C-82E325A2C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341" y="1455297"/>
            <a:ext cx="4469585" cy="32921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58C930-3624-98F1-33E1-14A66FCF7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177" y="1127342"/>
            <a:ext cx="5735877" cy="43019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EBF700-776E-5D12-51AE-0AAAE066F212}"/>
              </a:ext>
            </a:extLst>
          </p:cNvPr>
          <p:cNvSpPr txBox="1"/>
          <p:nvPr/>
        </p:nvSpPr>
        <p:spPr>
          <a:xfrm>
            <a:off x="926926" y="1290250"/>
            <a:ext cx="7708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retrieved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39EB5D-66AE-5F92-25D2-B01BF0DAF5A3}"/>
              </a:ext>
            </a:extLst>
          </p:cNvPr>
          <p:cNvSpPr txBox="1"/>
          <p:nvPr/>
        </p:nvSpPr>
        <p:spPr>
          <a:xfrm>
            <a:off x="3432131" y="1316798"/>
            <a:ext cx="10570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experimental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BC8E59-46CC-FCE7-91C9-859D5D1FF6E5}"/>
              </a:ext>
            </a:extLst>
          </p:cNvPr>
          <p:cNvSpPr txBox="1"/>
          <p:nvPr/>
        </p:nvSpPr>
        <p:spPr>
          <a:xfrm>
            <a:off x="7052154" y="1132132"/>
            <a:ext cx="3815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Retrieved vs. experimental spectrum</a:t>
            </a:r>
          </a:p>
        </p:txBody>
      </p:sp>
    </p:spTree>
    <p:extLst>
      <p:ext uri="{BB962C8B-B14F-4D97-AF65-F5344CB8AC3E}">
        <p14:creationId xmlns:p14="http://schemas.microsoft.com/office/powerpoint/2010/main" val="37270932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eter_template" id="{E9A7F5D8-9D5A-124E-9238-374CC321F8B4}" vid="{371A7A29-A769-FD4F-B313-A4D7CC9705C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2885</TotalTime>
  <Words>27</Words>
  <Application>Microsoft Macintosh PowerPoint</Application>
  <PresentationFormat>Widescreen</PresentationFormat>
  <Paragraphs>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Cambria Math</vt:lpstr>
      <vt:lpstr>Office Theme</vt:lpstr>
      <vt:lpstr>PowerPoint Presentation</vt:lpstr>
      <vt:lpstr>Phase Retrieval Example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Chang</dc:creator>
  <cp:lastModifiedBy>Peter Chang</cp:lastModifiedBy>
  <cp:revision>6</cp:revision>
  <dcterms:created xsi:type="dcterms:W3CDTF">2026-01-07T19:09:33Z</dcterms:created>
  <dcterms:modified xsi:type="dcterms:W3CDTF">2026-01-12T06:15:53Z</dcterms:modified>
</cp:coreProperties>
</file>