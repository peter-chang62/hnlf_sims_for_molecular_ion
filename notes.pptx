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7"/>
    <p:restoredTop sz="94737"/>
  </p:normalViewPr>
  <p:slideViewPr>
    <p:cSldViewPr snapToGrid="0">
      <p:cViewPr varScale="1">
        <p:scale>
          <a:sx n="102" d="100"/>
          <a:sy n="102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EF498-14C0-C547-941F-E2E2D8B7C9BA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F6BD2-8829-D94F-A755-D1294B0209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12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F7BF-4C6B-7A61-F7EE-68157A855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8A9A2-B94F-2F2E-A87B-92D74ABDFE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FE18A-D1D5-9B64-1020-93D5468F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F8F35-4AEE-314D-91AA-EE5813D63096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D086-C7D4-3F53-7E23-2780627EA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4D5EE-BBA0-9083-5057-BFCC79798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89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6000-9634-2221-F8C2-8800A90C9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48D1A-3054-CABB-3500-4624528C5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129D4-5026-814E-967E-C9B9C67E0D94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43B1E-78F1-529F-19EC-C079DEFE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AA122-E647-7FF7-3EE1-534E41A5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CA3E415-4A25-886A-4217-A18046401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046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A6208-1C96-FB93-79A2-2204E902E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8062B-DBC7-130B-BE68-8A1833B1D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E8E30-3C24-C8A9-A92C-0F89284AA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70E29-259C-1C4E-947F-7A0331157271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35A23-D878-E3DC-F28B-C137FAF0A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F40AA-F2D3-4620-3A0C-8087AC9E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891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62B6E-5E26-DE08-C59C-A2C6967C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7F614-2A48-794E-C18E-74E8440C1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855806"/>
            <a:ext cx="5715000" cy="51986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40A6B0-47FB-16D0-AC1F-F20E7DE6B5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55806"/>
            <a:ext cx="5715000" cy="51986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60B2F1-30F7-B57B-D69E-DAA6CEAE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EB7AC-A1E9-4C47-8067-EC59642A799B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D8BA4-BAEB-E867-4EA7-A1438FFC9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394CF-803D-8EE0-A504-8E5C48225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75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9421E-4EFE-7F58-4D8D-C423BAFE4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964" y="809843"/>
            <a:ext cx="58020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E6CFC-4A11-11FB-D4DD-58E90ACA5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3964" y="1633755"/>
            <a:ext cx="5802023" cy="4414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7B3E31-16DD-E1B9-7EC7-AC425CF7D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1" y="809843"/>
            <a:ext cx="580202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49A791-4428-4CD6-918B-ADF6E4DFBF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1" y="1633755"/>
            <a:ext cx="5802023" cy="4414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C87232-82B1-AD6D-F69C-047C77C1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DF84B-4212-E346-9396-C5B80E8A50D4}" type="datetime1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16368D-4C6B-B796-4589-ACC99857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1EB244-7E26-9BF2-B5E3-BA828ACB5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C8E638B-C3F4-D2C6-9677-BD6140A7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256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856D-DE6B-AC2F-F64A-3DD885B7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38961C-A81C-C283-28D9-884F44392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0773F-B14F-4641-87F7-0654E325BD87}" type="datetime1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449F2-0D5E-8E43-6008-972B4F7FD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080CB-8568-00D7-2105-519C3397F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7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E2F8ED-1778-09C5-F61B-D461163A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56060-C7A3-9144-A3B8-F25484DEF90F}" type="datetime1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ED9470-4BF0-3FB7-D13D-A15F0BA19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F263-082E-A686-5A90-B60A3B97C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1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7156-67B4-D09D-0A76-4844B632E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B3E1F-AA3F-FB9F-C5EC-DBF8725F4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908A5-586B-3DFA-C163-5AACF0C6AC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64883-C0A8-5D29-10C5-86ED0985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7ABCD-2825-F44B-8EBB-7CF8B6DDA940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29D2B-0901-4FBA-5539-88A8CB17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DE775-1418-8CAB-CC4E-9BC9EB45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F161-C53D-4751-FF1E-44492D2C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CC20-BE1A-B57A-D6BD-00C195C3A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C4D27-C906-FE5D-17F1-F7B9CF970E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1FBB2F-3C8E-6C7B-643B-BA5DC8ADA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01126-EDA7-5341-9C4C-933E7FDD0D8F}" type="datetime1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A641B-B6A5-188D-869B-6131016B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6E0CD-0A3B-48BB-C122-94AB4415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7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C34F-5A70-153F-DB67-EF8B68A0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AC297-2650-4F88-E99B-89A2A9D18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ECDF7-BD47-2179-9F7C-F1F457726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641755-6080-C249-B5C7-136E08BE1798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235BA-07A7-4040-6B67-B08F7349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88155-1130-2A9C-F6FA-36557EB77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5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1AA178-E9FE-7044-3A97-244DEEAF7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77AE9-B7B6-B1C6-FE13-048150758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32644-F203-57E5-C21F-2CEEC2B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2AC3-6325-A744-8902-8E09660D67E5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96D0C-04D0-F2A9-FF35-A2993D790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9AEF6-0EE3-3BB4-60D2-16A0CF6CC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49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F9BAA-1A2D-20DB-7A8F-02AF6FF5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75" y="69276"/>
            <a:ext cx="7481452" cy="512618"/>
          </a:xfrm>
          <a:prstGeom prst="rect">
            <a:avLst/>
          </a:prstGeom>
          <a:solidFill>
            <a:srgbClr val="DCE6F4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E94FC-FEDC-919D-BF99-207E28B93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275" y="762000"/>
            <a:ext cx="11970325" cy="541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470C4-89C2-5AC0-64E8-5A04373C4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D4BC522-264B-5C47-AA86-81499EB26865}" type="datetime1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DADE-1B62-E1C1-2928-F76F087F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511A5-9F7B-BB11-8342-2C5CDEE07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DE9CE7C4-0273-A34B-81C0-9C63783A6C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166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0131A5-915A-1C94-F5FE-627B754D9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61" y="581719"/>
            <a:ext cx="5201092" cy="35829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995AD0-2B21-9A1A-4349-63CD9E0F9F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3246" y="581719"/>
            <a:ext cx="5201093" cy="359581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CABB9C-8132-6D12-0B70-7F92F239E87B}"/>
                  </a:ext>
                </a:extLst>
              </p:cNvPr>
              <p:cNvSpPr txBox="1"/>
              <p:nvPr/>
            </p:nvSpPr>
            <p:spPr>
              <a:xfrm>
                <a:off x="6354048" y="4177536"/>
                <a:ext cx="5040291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1.7 W, 200 MHz (8.5 </a:t>
                </a:r>
                <a:r>
                  <a:rPr lang="en-US" dirty="0" err="1"/>
                  <a:t>nJ</a:t>
                </a:r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70% coupling efficiency into PM-1550 (5.95 </a:t>
                </a:r>
                <a:r>
                  <a:rPr lang="en-US" dirty="0" err="1"/>
                  <a:t>nJ</a:t>
                </a:r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1dB splicing loss PM-1550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HNLF (4.73 </a:t>
                </a:r>
                <a:r>
                  <a:rPr lang="en-US" dirty="0" err="1"/>
                  <a:t>nJ</a:t>
                </a:r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15cm PM-1550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4.24 cm AD-HNLF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CABB9C-8132-6D12-0B70-7F92F239E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4048" y="4177536"/>
                <a:ext cx="5040291" cy="1477328"/>
              </a:xfrm>
              <a:prstGeom prst="rect">
                <a:avLst/>
              </a:prstGeom>
              <a:blipFill>
                <a:blip r:embed="rId4"/>
                <a:stretch>
                  <a:fillRect l="-754" t="-1695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0BADA3-0D1D-A06A-25AF-8194A2CE260C}"/>
                  </a:ext>
                </a:extLst>
              </p:cNvPr>
              <p:cNvSpPr txBox="1"/>
              <p:nvPr/>
            </p:nvSpPr>
            <p:spPr>
              <a:xfrm>
                <a:off x="909232" y="4177536"/>
                <a:ext cx="4075411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1.7 W, 200 MHz (8.5 </a:t>
                </a:r>
                <a:r>
                  <a:rPr lang="en-US" dirty="0" err="1"/>
                  <a:t>nJ</a:t>
                </a:r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 coupling or splicing loss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11.84 cm PM-1550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3 cm AD-HNLF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0BADA3-0D1D-A06A-25AF-8194A2CE2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232" y="4177536"/>
                <a:ext cx="4075411" cy="1200329"/>
              </a:xfrm>
              <a:prstGeom prst="rect">
                <a:avLst/>
              </a:prstGeom>
              <a:blipFill>
                <a:blip r:embed="rId5"/>
                <a:stretch>
                  <a:fillRect l="-932" t="-2083" r="-311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1">
            <a:extLst>
              <a:ext uri="{FF2B5EF4-FFF2-40B4-BE49-F238E27FC236}">
                <a16:creationId xmlns:a16="http://schemas.microsoft.com/office/drawing/2014/main" id="{DB86706E-F0CE-F3B1-3B6A-BD8AF29B5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Examples</a:t>
            </a:r>
          </a:p>
        </p:txBody>
      </p:sp>
    </p:spTree>
    <p:extLst>
      <p:ext uri="{BB962C8B-B14F-4D97-AF65-F5344CB8AC3E}">
        <p14:creationId xmlns:p14="http://schemas.microsoft.com/office/powerpoint/2010/main" val="206642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E09371-B78E-88C6-6BD1-5BC7ED3F0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CE7C4-0273-A34B-81C0-9C63783A6CA2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E3DB94F-015D-8A5E-49B0-B83C6EF7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Retrieval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43EE42-DFB9-7C5C-417C-82E325A2C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341" y="1455297"/>
            <a:ext cx="4469585" cy="32921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58C930-3624-98F1-33E1-14A66FCF7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77" y="1127342"/>
            <a:ext cx="5735877" cy="43019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EBF700-776E-5D12-51AE-0AAAE066F212}"/>
              </a:ext>
            </a:extLst>
          </p:cNvPr>
          <p:cNvSpPr txBox="1"/>
          <p:nvPr/>
        </p:nvSpPr>
        <p:spPr>
          <a:xfrm>
            <a:off x="926926" y="1290250"/>
            <a:ext cx="7708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retrieved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9EB5D-66AE-5F92-25D2-B01BF0DAF5A3}"/>
              </a:ext>
            </a:extLst>
          </p:cNvPr>
          <p:cNvSpPr txBox="1"/>
          <p:nvPr/>
        </p:nvSpPr>
        <p:spPr>
          <a:xfrm>
            <a:off x="3432131" y="1316798"/>
            <a:ext cx="10570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experimental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C8E59-46CC-FCE7-91C9-859D5D1FF6E5}"/>
              </a:ext>
            </a:extLst>
          </p:cNvPr>
          <p:cNvSpPr txBox="1"/>
          <p:nvPr/>
        </p:nvSpPr>
        <p:spPr>
          <a:xfrm>
            <a:off x="7052154" y="1132132"/>
            <a:ext cx="3815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Retrieved vs. experimental spectrum</a:t>
            </a:r>
          </a:p>
        </p:txBody>
      </p:sp>
    </p:spTree>
    <p:extLst>
      <p:ext uri="{BB962C8B-B14F-4D97-AF65-F5344CB8AC3E}">
        <p14:creationId xmlns:p14="http://schemas.microsoft.com/office/powerpoint/2010/main" val="3727093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eter_template" id="{E9A7F5D8-9D5A-124E-9238-374CC321F8B4}" vid="{371A7A29-A769-FD4F-B313-A4D7CC9705C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69</Words>
  <Application>Microsoft Macintosh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Cambria Math</vt:lpstr>
      <vt:lpstr>Office Theme</vt:lpstr>
      <vt:lpstr>Simulation Examples</vt:lpstr>
      <vt:lpstr>Phase Retrieval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Chang</dc:creator>
  <cp:lastModifiedBy>Peter Chang</cp:lastModifiedBy>
  <cp:revision>4</cp:revision>
  <dcterms:created xsi:type="dcterms:W3CDTF">2026-01-07T19:09:33Z</dcterms:created>
  <dcterms:modified xsi:type="dcterms:W3CDTF">2026-01-07T20:47:12Z</dcterms:modified>
</cp:coreProperties>
</file>