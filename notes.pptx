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E6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57"/>
    <p:restoredTop sz="94737"/>
  </p:normalViewPr>
  <p:slideViewPr>
    <p:cSldViewPr snapToGrid="0">
      <p:cViewPr varScale="1">
        <p:scale>
          <a:sx n="102" d="100"/>
          <a:sy n="102" d="100"/>
        </p:scale>
        <p:origin x="6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CEF498-14C0-C547-941F-E2E2D8B7C9BA}" type="datetimeFigureOut">
              <a:rPr lang="en-US" smtClean="0"/>
              <a:t>1/7/26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0F6BD2-8829-D94F-A755-D1294B0209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712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8F7BF-4C6B-7A61-F7EE-68157A8556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A8A9A2-B94F-2F2E-A87B-92D74ABDFE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FE18A-D1D5-9B64-1020-93D5468F4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F8F35-4AEE-314D-91AA-EE5813D63096}" type="datetime1">
              <a:rPr lang="en-US" smtClean="0"/>
              <a:t>1/7/26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03D086-C7D4-3F53-7E23-2780627EA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A4D5EE-BBA0-9083-5057-BFCC79798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897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6000-9634-2221-F8C2-8800A90C9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48D1A-3054-CABB-3500-4624528C5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129D4-5026-814E-967E-C9B9C67E0D94}" type="datetime1">
              <a:rPr lang="en-US" smtClean="0"/>
              <a:t>1/7/26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43B1E-78F1-529F-19EC-C079DEFEF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6AA122-E647-7FF7-3EE1-534E41A52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CA3E415-4A25-886A-4217-A18046401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80467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A6208-1C96-FB93-79A2-2204E902E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78062B-DBC7-130B-BE68-8A1833B1DE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5E8E30-3C24-C8A9-A92C-0F89284AA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70E29-259C-1C4E-947F-7A0331157271}" type="datetime1">
              <a:rPr lang="en-US" smtClean="0"/>
              <a:t>1/7/26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C35A23-D878-E3DC-F28B-C137FAF0A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2F40AA-F2D3-4620-3A0C-8087AC9EB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891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62B6E-5E26-DE08-C59C-A2C6967C4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7F614-2A48-794E-C18E-74E8440C12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4800" y="855806"/>
            <a:ext cx="5715000" cy="51986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40A6B0-47FB-16D0-AC1F-F20E7DE6B5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855806"/>
            <a:ext cx="5715000" cy="51986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0B2F1-30F7-B57B-D69E-DAA6CEAE5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EB7AC-A1E9-4C47-8067-EC59642A799B}" type="datetime1">
              <a:rPr lang="en-US" smtClean="0"/>
              <a:t>1/7/26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BD8BA4-BAEB-E867-4EA7-A1438FFC9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1394CF-803D-8EE0-A504-8E5C48225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75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A9421E-4EFE-7F58-4D8D-C423BAFE4A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3964" y="809843"/>
            <a:ext cx="5802023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FE6CFC-4A11-11FB-D4DD-58E90ACA53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93964" y="1633755"/>
            <a:ext cx="5802023" cy="44144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7B3E31-16DD-E1B9-7EC7-AC425CF7D4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0611" y="809843"/>
            <a:ext cx="5802023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49A791-4428-4CD6-918B-ADF6E4DFBF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0611" y="1633755"/>
            <a:ext cx="5802023" cy="44144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C87232-82B1-AD6D-F69C-047C77C1F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DF84B-4212-E346-9396-C5B80E8A50D4}" type="datetime1">
              <a:rPr lang="en-US" smtClean="0"/>
              <a:t>1/7/26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916368D-4C6B-B796-4589-ACC99857B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1EB244-7E26-9BF2-B5E3-BA828ACB5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AC8E638B-C3F4-D2C6-9677-BD6140A76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225613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3856D-DE6B-AC2F-F64A-3DD885B79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38961C-A81C-C283-28D9-884F44392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0773F-B14F-4641-87F7-0654E325BD87}" type="datetime1">
              <a:rPr lang="en-US" smtClean="0"/>
              <a:t>1/7/26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3449F2-0D5E-8E43-6008-972B4F7FD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D080CB-8568-00D7-2105-519C3397F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761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E2F8ED-1778-09C5-F61B-D461163AD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56060-C7A3-9144-A3B8-F25484DEF90F}" type="datetime1">
              <a:rPr lang="en-US" smtClean="0"/>
              <a:t>1/7/26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ED9470-4BF0-3FB7-D13D-A15F0BA19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DBF263-082E-A686-5A90-B60A3B97C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213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07156-67B4-D09D-0A76-4844B632E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B3E1F-AA3F-FB9F-C5EC-DBF8725F4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2908A5-586B-3DFA-C163-5AACF0C6AC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464883-C0A8-5D29-10C5-86ED0985E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7ABCD-2825-F44B-8EBB-7CF8B6DDA940}" type="datetime1">
              <a:rPr lang="en-US" smtClean="0"/>
              <a:t>1/7/26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929D2B-0901-4FBA-5539-88A8CB17B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9DE775-1418-8CAB-CC4E-9BC9EB450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AF161-C53D-4751-FF1E-44492D2C3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F4CC20-BE1A-B57A-D6BD-00C195C3A9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9C4D27-C906-FE5D-17F1-F7B9CF970E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1FBB2F-3C8E-6C7B-643B-BA5DC8ADA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01126-EDA7-5341-9C4C-933E7FDD0D8F}" type="datetime1">
              <a:rPr lang="en-US" smtClean="0"/>
              <a:t>1/7/26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7A641B-B6A5-188D-869B-6131016B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36E0CD-0A3B-48BB-C122-94AB4415B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973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DC34F-5A70-153F-DB67-EF8B68A0C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6AC297-2650-4F88-E99B-89A2A9D18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ECDF7-BD47-2179-9F7C-F1F457726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41755-6080-C249-B5C7-136E08BE1798}" type="datetime1">
              <a:rPr lang="en-US" smtClean="0"/>
              <a:t>1/7/26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235BA-07A7-4040-6B67-B08F7349E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288155-1130-2A9C-F6FA-36557EB77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754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1AA178-E9FE-7044-3A97-244DEEAF73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577AE9-B7B6-B1C6-FE13-0481507584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F32644-F203-57E5-C21F-2CEEC2B55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C2AC3-6325-A744-8902-8E09660D67E5}" type="datetime1">
              <a:rPr lang="en-US" smtClean="0"/>
              <a:t>1/7/26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496D0C-04D0-F2A9-FF35-A2993D790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39AEF6-0EE3-3BB4-60D2-16A0CF6CC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492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0F9BAA-1A2D-20DB-7A8F-02AF6FF5B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75" y="69276"/>
            <a:ext cx="7481452" cy="512618"/>
          </a:xfrm>
          <a:prstGeom prst="rect">
            <a:avLst/>
          </a:prstGeom>
          <a:solidFill>
            <a:srgbClr val="DCE6F4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0E94FC-FEDC-919D-BF99-207E28B93E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275" y="762000"/>
            <a:ext cx="11970325" cy="5414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3470C4-89C2-5AC0-64E8-5A04373C4D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D4BC522-264B-5C47-AA86-81499EB26865}" type="datetime1">
              <a:rPr lang="en-US" smtClean="0"/>
              <a:t>1/7/26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CDADE-1B62-E1C1-2928-F76F087FBB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511A5-9F7B-BB11-8342-2C5CDEE07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DE9CE7C4-0273-A34B-81C0-9C63783A6C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166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40131A5-915A-1C94-F5FE-627B754D9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61" y="581719"/>
            <a:ext cx="5201092" cy="35829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995AD0-2B21-9A1A-4349-63CD9E0F9F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3246" y="581719"/>
            <a:ext cx="5201093" cy="359581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8CABB9C-8132-6D12-0B70-7F92F239E87B}"/>
                  </a:ext>
                </a:extLst>
              </p:cNvPr>
              <p:cNvSpPr txBox="1"/>
              <p:nvPr/>
            </p:nvSpPr>
            <p:spPr>
              <a:xfrm>
                <a:off x="6354048" y="4177536"/>
                <a:ext cx="5040291" cy="14773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1.7 W, 200 MHz (8.5 </a:t>
                </a:r>
                <a:r>
                  <a:rPr lang="en-US" dirty="0" err="1"/>
                  <a:t>nJ</a:t>
                </a:r>
                <a:r>
                  <a:rPr lang="en-US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70% coupling efficiency into PM-1550 (5.95 </a:t>
                </a:r>
                <a:r>
                  <a:rPr lang="en-US" dirty="0" err="1"/>
                  <a:t>nJ</a:t>
                </a:r>
                <a:r>
                  <a:rPr lang="en-US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1dB splicing loss PM-1550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HNLF (4.73 </a:t>
                </a:r>
                <a:r>
                  <a:rPr lang="en-US" dirty="0" err="1"/>
                  <a:t>nJ</a:t>
                </a:r>
                <a:r>
                  <a:rPr lang="en-US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15cm PM-1550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4.24 cm AD-HNLF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8CABB9C-8132-6D12-0B70-7F92F239E8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4048" y="4177536"/>
                <a:ext cx="5040291" cy="1477328"/>
              </a:xfrm>
              <a:prstGeom prst="rect">
                <a:avLst/>
              </a:prstGeom>
              <a:blipFill>
                <a:blip r:embed="rId4"/>
                <a:stretch>
                  <a:fillRect l="-754" t="-1695" b="-5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0BADA3-0D1D-A06A-25AF-8194A2CE260C}"/>
                  </a:ext>
                </a:extLst>
              </p:cNvPr>
              <p:cNvSpPr txBox="1"/>
              <p:nvPr/>
            </p:nvSpPr>
            <p:spPr>
              <a:xfrm>
                <a:off x="909232" y="4177536"/>
                <a:ext cx="4075411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1.7 W, 200 MHz (8.5 </a:t>
                </a:r>
                <a:r>
                  <a:rPr lang="en-US" dirty="0" err="1"/>
                  <a:t>nJ</a:t>
                </a:r>
                <a:r>
                  <a:rPr lang="en-US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No coupling or splicing loss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11.84 cm PM-1550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3 cm AD-HNLF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0BADA3-0D1D-A06A-25AF-8194A2CE26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232" y="4177536"/>
                <a:ext cx="4075411" cy="1200329"/>
              </a:xfrm>
              <a:prstGeom prst="rect">
                <a:avLst/>
              </a:prstGeom>
              <a:blipFill>
                <a:blip r:embed="rId5"/>
                <a:stretch>
                  <a:fillRect l="-932" t="-2083" r="-311" b="-7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64208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eter_template" id="{E9A7F5D8-9D5A-124E-9238-374CC321F8B4}" vid="{371A7A29-A769-FD4F-B313-A4D7CC9705C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72</TotalTime>
  <Words>56</Words>
  <Application>Microsoft Macintosh PowerPoint</Application>
  <PresentationFormat>Widescreen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Chang</dc:creator>
  <cp:lastModifiedBy>Peter Chang</cp:lastModifiedBy>
  <cp:revision>1</cp:revision>
  <dcterms:created xsi:type="dcterms:W3CDTF">2026-01-07T19:09:33Z</dcterms:created>
  <dcterms:modified xsi:type="dcterms:W3CDTF">2026-01-07T20:22:07Z</dcterms:modified>
</cp:coreProperties>
</file>